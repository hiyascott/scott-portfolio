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D4AF37"/>
                </a:solidFill>
              </a:defRPr>
            </a:pPr>
            <a:r>
              <a:t>🎯 计策系统设计方案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88888"/>
                </a:solidFill>
              </a:defRPr>
            </a:pPr>
            <a:r>
              <a:t>第三阶段：基于338位英雄数据的SRPG核心系统建议</a:t>
            </a:r>
            <a:br/>
            <a:br/>
            <a:r>
              <a:t>数据来源：梦幻模拟战208位 + 天地劫150+位 + 铃兰之剑82位 + 三国志战棋版126位</a:t>
            </a:r>
            <a:br/>
            <a:br/>
            <a:r>
              <a:t>2026年3月14日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📋 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1. 核心洞察：计策的本质是"战中成长"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2. 设计框架：概念 → 结构 → 细节 → 体验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3. 三大计策类型：时机型 / 环境型 / 数值型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4. 成长维度：数值累加 / 优势造成 / 适应型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5. 限制体系：CD / 能量 / 代价 / 条件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6. 关卡×计策：场景化设计对应表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7. 关键原则：设计的红线与底线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💡 核心洞察：计策的本质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"战中成长"——让玩家在战斗过程中持续变强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不同于被动技能，计策的本质是「让玩家在战斗过程中持续成长、积累优势的能力」。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这是与传统SRPG最本质的差异——不是静态的数值比拼，而是动态的优势建构。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三种成长模式：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• 数值累加型：每次行动叠加层数，后期爆发（例：司马懿"鹰视狼顾"）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• 优势造成型：通过计策创造地形/时机优势，滚雪球扩大领先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• 适应型成长：根据战场变化调整策略，越打越顺的掌控感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🏗️ 设计层级框架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概念层 (Why)：计策系统的存在意义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→ 解决"开局定胜负"的枯燥感 / 提供战中成长与变数 / 让玩家掌握"改写规则"的权力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结构层 (What)：计策系统的骨架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→ 三大类计策：时机/环境/数值 / 成长维度：累加/优势/适应 / 限制体系：CD/能量/代价/条件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细节层 (How)：具体数值与规则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→ 数值边界：单体≤1.8倍，AOE≤0.7倍 / 持续时间：1-3回合最佳 / 触发条件设计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体验层 (Feel)：玩家感受到什么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→ "我在变强"的正反馈 / 每回合都有新选择 / 逆境翻盘的爽快感 / 策略深度的掌控感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⚡ 类型一：时机型计策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利用战场时机创造优势的计策，考验玩家对节奏的把握。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【先发制人】战斗开始时触发 → 首回合移动力+2，先攻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 适合快攻流派，抢占先机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【乘胜追击】击杀敌人后触发 → 再行动一次，伤害+20%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 滚雪球核心，连续收割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【背水一战】生命值&lt;30%触发 → 攻击+50%，受到伤害+30%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 高风险高回报，绝境翻盘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【以逸待劳】待机后触发 → 下次攻击伤害+40%，必中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 鼓励策略性待机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关键洞察：触发条件的平衡——太容易触发会滥用，太难则无人问津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🌍 类型二：环境型计策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39C12"/>
                </a:solidFill>
              </a:defRPr>
            </a:pPr>
            <a:r>
              <a:t>🔥 地形改变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【火烧连营】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区域持续灼烧，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敌人经过受伤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【水淹七军】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制造水域，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减速+易伤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【八门金锁】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生成阻挡地形，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改变路径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498DB"/>
                </a:solidFill>
              </a:defRPr>
            </a:pPr>
            <a:r>
              <a:t>⚡ 领域效果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【八卦阵】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范围内友方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闪避+30%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【奇门遁甲】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敌人进入时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随机debuff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【桃园结义】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范围内友方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每回合回血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📊 类型三：数值型计策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直接改变数值关系，简单粗暴但效果显著。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【破釜沉舟】爆发型：消耗50%当前生命，伤害×2.5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 适用场景：Boss斩杀/绝境反击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【稳扎稳打】成长型：每回合攻击+10%，可叠加5层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 适用场景：持久战/后期核心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【以弱胜强】克制型：对高等级敌人伤害+50%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 适用场景：越级挑战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【援护】防御型：替相邻友方承受伤害，减伤30%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 适用场景：保护核心输出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⚠️ 数值红线：单体计策倍率不超过1.8倍，AOE不超过0.7倍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📈 成长维度详解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39C12"/>
                </a:solidFill>
              </a:defRPr>
            </a:pPr>
            <a:r>
              <a:t>📊 数值累加型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每次行动叠加层数，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后期爆发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• 线性成长：每回合+10%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• 指数成长：层数平方增长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• 阶梯成长：每3回合质变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代表：司马懿鹰视狼顾、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诸葛亮五层被动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498DB"/>
                </a:solidFill>
              </a:defRPr>
            </a:pPr>
            <a:r>
              <a:t>🎯 优势造成型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创造环境优势，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滚雪球扩大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• 地形优势：火海/水域/高地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• 位置优势：包夹/夹击/围攻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• 时机优势：先手/再动/打断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代表：周瑜火烧连营、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曹操乱世奸雄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⚖️ 限制体系设计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计策必须有合理的限制，否则会变成滥用的"万能解"。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⏱️ CD限制：使用后进入冷却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 短CD(1-2回合) / 中CD(3-4回合) / 长CD(5+回合)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⚡ 能量限制：消耗能量释放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 小计策20点 / 中计策50点 / 大计策100点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💀 代价限制：释放有代价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 生命值消耗 / 资源消耗 / 负面状态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🎯 条件限制：特定条件触发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 站位要求 / 状态要求 / 时机要求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限制设计黄金比例：效果强度 ∝ 限制强度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🎮 关卡×计策对应设计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不同关卡场景应该推荐不同的计策策略，形成教学-应用闭环。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BOSS战 → 数值型爆发 + 时机控制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 挑战：高血量/高伤害/阶段转换 → 学习资源管理与时机把握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防守关 → 环境控制 + 区域增益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 挑战：保护目标/多波次敌人 → 学习地形利用与布局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限时关 → 先攻/再动 + 群体增益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 挑战：回合限制/速战速决 → 学习效率最大化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突围关 → 位移/机动 + 控制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 挑战：从起点到达终点 → 学习机动与控场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群殴关 → AOE伤害 + 连锁反应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 挑战：大量杂兵 → 学习群体控制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⚠️ 关键设计原则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39C12"/>
                </a:solidFill>
              </a:defRPr>
            </a:pPr>
            <a:r>
              <a:t>✅ 应该做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• 让玩家每回合都有选择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  保持决策频率和参与感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• 提供多种解题思路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  鼓励创造性策略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• 建立清晰的反馈回路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  让玩家知道计策生效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• 平衡风险与收益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  强效果配强限制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498DB"/>
                </a:solidFill>
              </a:defRPr>
            </a:pPr>
            <a:r>
              <a:t>❌ 不要做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• 设计"必带"计策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  破坏多样性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• 让计策替代基础战斗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  计策是补充不是替代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• 设计过于复杂的效果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  玩家记不住就不会用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• 忽视PVE与PVP的平衡</a:t>
            </a:r>
          </a:p>
          <a:p>
            <a:pPr>
              <a:spcBef>
                <a:spcPts val="800"/>
              </a:spcBef>
              <a:defRPr sz="1800">
                <a:solidFill>
                  <a:srgbClr val="E0E0E0"/>
                </a:solidFill>
              </a:defRPr>
            </a:pPr>
            <a:r>
              <a:t>  两种模式需要不同设计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🚨 数值红线（基于338位英雄数据）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基于对4款主流SRPG（338位英雄/武将）的深度分析，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以下数值边界是保持战斗平衡的红线：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• 单体计策倍率 ≤ 1.8倍基础伤害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超过此值将破坏基础战斗平衡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• AOE计策倍率 ≤ 0.7倍基础伤害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群体伤害需要更高的代价或限制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• 再动机制：每回合最多1次或击杀触发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无限再动将彻底破坏回合制节奏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• 控制时长：眩晕/冰冻 ≤ 2回合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过长的控制等于罚站，体验极差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• 增益上限：单项属性提升 ≤ 50%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  过高的增益会让其他系统失效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🎯 核心结论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计策系统的设计核心是「战中成长」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通过时机、环境、数值三个维度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让玩家在战斗中持续积累优势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让每一回合都充满期待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让每一场战斗都独一无二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—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E0E0E0"/>
                </a:solidFill>
              </a:defRPr>
            </a:pPr>
            <a:r>
              <a:t>基于梦幻模拟战208位 + 天地劫150+位 + 铃兰之剑82位 + 三国志战棋版126位英雄数据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